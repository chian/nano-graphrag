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GASL: From Claim to Compiled Evidence</a:t>
            </a:r>
          </a:p>
          <a:p>
            <a:r>
              <a:rPr sz="1600">
                <a:solidFill>
                  <a:srgbClr val="B4BCC6"/>
                </a:solidFill>
                <a:latin typeface="Aptos"/>
              </a:rPr>
              <a:t>Why some answers are more trustworthy than others.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1828800" cy="45720"/>
          </a:xfrm>
          <a:prstGeom prst="rect">
            <a:avLst/>
          </a:prstGeom>
          <a:solidFill>
            <a:srgbClr val="F8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10972800" cy="182880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E8E1D7"/>
                </a:solidFill>
                <a:latin typeface="Aptos"/>
              </a:rPr>
              <a:t>Modern science advances by compiling information into evidence that can support or revise a hypothesis. GASL pushes AI answers toward that same discipline.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Science progresses by compiling evidence</a:t>
            </a:r>
          </a:p>
        </p:txBody>
      </p:sp>
      <p:pic>
        <p:nvPicPr>
          <p:cNvPr id="3" name="Picture 2" descr="wege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537960" cy="36776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5236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A strong idea matters. What changes the field is evidence organized into a form other people can inspect and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Tharp makes the hidden structure visible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Compilation does not make the claim louder. It makes the support harder to ignore.</a:t>
            </a:r>
          </a:p>
        </p:txBody>
      </p:sp>
      <p:pic>
        <p:nvPicPr>
          <p:cNvPr id="4" name="Picture 3" descr="tha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6446520" cy="3626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Different systems handle the same question differently</a:t>
            </a:r>
          </a:p>
        </p:txBody>
      </p:sp>
      <p:pic>
        <p:nvPicPr>
          <p:cNvPr id="3" name="Picture 2" descr="question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889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29400" y="1965960"/>
            <a:ext cx="4754880" cy="182880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8E1D7"/>
                </a:solidFill>
                <a:latin typeface="Aptos"/>
              </a:rPr>
              <a:t>Classic systems, LLM-only, RAG, and GASL each solve a different part of the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Classic systems are precise when the world fits the schema</a:t>
            </a:r>
          </a:p>
        </p:txBody>
      </p:sp>
      <p:pic>
        <p:nvPicPr>
          <p:cNvPr id="3" name="Picture 2" descr="clas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537960" cy="36776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5236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They excel when the slots are already known. They struggle when the question outruns the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LLM-only accepts uncontrolled input easily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That flexibility is valuable. A polished answer can still hide incomplete support.</a:t>
            </a:r>
          </a:p>
        </p:txBody>
      </p:sp>
      <p:pic>
        <p:nvPicPr>
          <p:cNvPr id="4" name="Picture 3" descr="llm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6446520" cy="3626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RAG retrieves a useful slice of support</a:t>
            </a:r>
          </a:p>
        </p:txBody>
      </p:sp>
      <p:pic>
        <p:nvPicPr>
          <p:cNvPr id="3" name="Picture 2" descr="rag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537960" cy="36776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5236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A narrower context is better than no context. A slice can still miss key evidence outside the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GASL organizes evidence before it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The support remains visible as it is sorted. The answer comes after the organization step, not instead of it.</a:t>
            </a:r>
          </a:p>
        </p:txBody>
      </p:sp>
      <p:pic>
        <p:nvPicPr>
          <p:cNvPr id="4" name="Picture 3" descr="gasl_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6446520" cy="36261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A representative GASL run</a:t>
            </a:r>
          </a:p>
        </p:txBody>
      </p:sp>
      <p:pic>
        <p:nvPicPr>
          <p:cNvPr id="3" name="Picture 2" descr="trace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889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29400" y="1965960"/>
            <a:ext cx="4754880" cy="182880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8E1D7"/>
                </a:solidFill>
                <a:latin typeface="Aptos"/>
              </a:rPr>
              <a:t>The final part slows the system down so the loop can be seen and named.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Plan symbols and propose an initial program</a:t>
            </a:r>
          </a:p>
        </p:txBody>
      </p:sp>
      <p:pic>
        <p:nvPicPr>
          <p:cNvPr id="3" name="Picture 2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537960" cy="36776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5236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The system first declares a compact working memory and a tentative sequence of commands.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Validate locally, then repair when the plan breaks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A failed step is not wasted. The defect becomes information for the next iteration.</a:t>
            </a:r>
          </a:p>
        </p:txBody>
      </p:sp>
      <p:pic>
        <p:nvPicPr>
          <p:cNvPr id="4" name="Picture 3" descr="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6446520" cy="36261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Answer views make the support legible before the answer</a:t>
            </a:r>
          </a:p>
        </p:txBody>
      </p:sp>
      <p:pic>
        <p:nvPicPr>
          <p:cNvPr id="3" name="Picture 2" descr="answer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537960" cy="36776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52360" y="1691640"/>
            <a:ext cx="4069080" cy="301752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>
                <a:solidFill>
                  <a:srgbClr val="E8E1D7"/>
                </a:solidFill>
                <a:latin typeface="Aptos"/>
              </a:rPr>
              <a:t>Final synthesis happens after raw graph results have been turned into structured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E8E1D7"/>
                </a:solidFill>
                <a:latin typeface="Aptos Display"/>
              </a:rPr>
              <a:t>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1828800" cy="45720"/>
          </a:xfrm>
          <a:prstGeom prst="rect">
            <a:avLst/>
          </a:prstGeom>
          <a:solidFill>
            <a:srgbClr val="F8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972800" cy="2194560"/>
          </a:xfrm>
          <a:prstGeom prst="roundRect">
            <a:avLst/>
          </a:prstGeom>
          <a:solidFill>
            <a:srgbClr val="141924"/>
          </a:solidFill>
          <a:ln>
            <a:solidFill>
              <a:srgbClr val="3C4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>
                <a:solidFill>
                  <a:srgbClr val="E8E1D7"/>
                </a:solidFill>
                <a:latin typeface="Aptos"/>
              </a:rPr>
              <a:t>GASL is a way to make the model behave more like science: assemble support, keep the evidence legible, and answer only after the structure is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