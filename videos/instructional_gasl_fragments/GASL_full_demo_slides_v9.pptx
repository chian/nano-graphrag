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GASL: From Claim to Compiled Evidence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4AEBC"/>
                </a:solidFill>
                <a:latin typeface="Aptos"/>
              </a:rPr>
              <a:t>Why trust depends on the visible structure of support.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10698480" cy="96012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Scientific inference advances when observations are compiled into evidence that can support or revise a hypothesis. GASL is designed to move AI answers toward that same discipline.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Scientific progress depends on compiled evidence</a:t>
            </a:r>
          </a:p>
        </p:txBody>
      </p:sp>
      <p:pic>
        <p:nvPicPr>
          <p:cNvPr id="3" name="Picture 2" descr="wegener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914400"/>
            <a:ext cx="6675120" cy="292036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21792" y="1938528"/>
            <a:ext cx="3401568" cy="1481328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A strong idea matters. What changes a field is evidence organized into a form that other people can inspect, test, and extend.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Tharp made the structure legible</a:t>
            </a:r>
          </a:p>
        </p:txBody>
      </p:sp>
      <p:pic>
        <p:nvPicPr>
          <p:cNvPr id="3" name="Picture 2" descr="tharp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005840"/>
            <a:ext cx="5943600" cy="260032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755648"/>
            <a:ext cx="3657600" cy="13716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Compilation does not amplify the claim. It converts scattered observations into a structure that others can inspect.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The same question yields different answers as support is assembled differently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A4AEBC"/>
                </a:solidFill>
                <a:latin typeface="Aptos"/>
              </a:rPr>
              <a:t>Each system answers from the support it can gather, retain, and organize.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7548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class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" y="1472184"/>
            <a:ext cx="2542032" cy="1102209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2179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Classic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0156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lm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1296" y="1472184"/>
            <a:ext cx="2542032" cy="110220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354787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LLM-only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2764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ag_cle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1472184"/>
            <a:ext cx="2542032" cy="110220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47395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RAG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53728" y="1325880"/>
            <a:ext cx="2761488" cy="345643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gasl_str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3456" y="1472184"/>
            <a:ext cx="2542032" cy="590268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9400032" y="4123944"/>
            <a:ext cx="2468880" cy="38404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400">
                <a:solidFill>
                  <a:srgbClr val="F5F7FA"/>
                </a:solidFill>
                <a:latin typeface="Aptos"/>
              </a:rPr>
              <a:t>GASL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Classical systems are precise when the problem conforms to the schema</a:t>
            </a:r>
          </a:p>
        </p:txBody>
      </p:sp>
      <p:pic>
        <p:nvPicPr>
          <p:cNvPr id="3" name="Picture 2" descr="classic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6766560" cy="293393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755648"/>
            <a:ext cx="3913632" cy="1572768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They excel when slots are known in advance. They are less effective when the question outruns the available categories.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LLM-only systems can answer before support is assembled</a:t>
            </a:r>
          </a:p>
        </p:txBody>
      </p:sp>
      <p:pic>
        <p:nvPicPr>
          <p:cNvPr id="3" name="Picture 2" descr="ll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417320"/>
            <a:ext cx="6217920" cy="269605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269480" y="1737360"/>
            <a:ext cx="3840480" cy="16002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Flexible input is valuable. A coherent answer can still be produced before the supporting evidence has been assembled or inspected.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RAG narrows context, but the retrieved slice can still miss key support</a:t>
            </a:r>
          </a:p>
        </p:txBody>
      </p:sp>
      <p:pic>
        <p:nvPicPr>
          <p:cNvPr id="3" name="Picture 2" descr="rag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188720"/>
            <a:ext cx="6675120" cy="289429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02920" y="1810512"/>
            <a:ext cx="3858768" cy="1444752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A narrower context is useful, but retrieval still limits what enters the model's field of 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GASL keeps the support visible while it is organized</a:t>
            </a:r>
          </a:p>
        </p:txBody>
      </p:sp>
      <p:pic>
        <p:nvPicPr>
          <p:cNvPr id="3" name="Picture 2" descr="gasl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949440" cy="1613684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360920" y="1755648"/>
            <a:ext cx="3611880" cy="15544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Sorting, grouping, and answer views make the supporting evidence inspectable before a final answer is produced.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Representative question</a:t>
            </a:r>
          </a:p>
        </p:txBody>
      </p:sp>
      <p:pic>
        <p:nvPicPr>
          <p:cNvPr id="3" name="Picture 2" descr="question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6035040" cy="339471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903720" y="1783080"/>
            <a:ext cx="4389120" cy="86868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>
                <a:solidFill>
                  <a:srgbClr val="F5F7FA"/>
                </a:solidFill>
                <a:latin typeface="Aptos"/>
              </a:rPr>
              <a:t>What are the key factors that drive urban heat islands?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03720" y="2816352"/>
            <a:ext cx="4389120" cy="146304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>
                <a:solidFill>
                  <a:srgbClr val="F5F7FA"/>
                </a:solidFill>
                <a:latin typeface="Aptos"/>
              </a:rPr>
              <a:t>This example makes the loop visible on one concrete task. The point is the visible build-up of support before the answer.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Begin with explicit symbols and a tentative evidence program</a:t>
            </a:r>
          </a:p>
        </p:txBody>
      </p:sp>
      <p:pic>
        <p:nvPicPr>
          <p:cNvPr id="3" name="Picture 2" descr="plan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143000"/>
            <a:ext cx="6492240" cy="314467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94360" y="1792224"/>
            <a:ext cx="3657600" cy="1481328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GASL first declares the symbols it will carry forward and a tentative sequence for assembling support.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When a step fails, the defect informs the next step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47548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Validate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6440" y="1051560"/>
            <a:ext cx="47548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Repair</a:t>
            </a:r>
          </a:p>
        </p:txBody>
      </p:sp>
      <p:pic>
        <p:nvPicPr>
          <p:cNvPr id="5" name="Picture 4" descr="validate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417320"/>
            <a:ext cx="4754880" cy="2303145"/>
          </a:xfrm>
          <a:prstGeom prst="rect">
            <a:avLst/>
          </a:prstGeom>
        </p:spPr>
      </p:pic>
      <p:pic>
        <p:nvPicPr>
          <p:cNvPr id="6" name="Picture 5" descr="repair_cle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417320"/>
            <a:ext cx="4754880" cy="230314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188720" y="5394960"/>
            <a:ext cx="9784080" cy="82296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Local validation catches a bad move early. The repair loop turns that defect into information for the next attempt.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Answer views convert raw results into inspectable evidence</a:t>
            </a:r>
          </a:p>
        </p:txBody>
      </p:sp>
      <p:pic>
        <p:nvPicPr>
          <p:cNvPr id="3" name="Picture 2" descr="answerviews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097280"/>
            <a:ext cx="6583680" cy="318897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75488" y="1828800"/>
            <a:ext cx="3913632" cy="146304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Final synthesis occurs only after raw graph results have been transformed into structured evidence.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2400">
                <a:solidFill>
                  <a:srgbClr val="F5F7FA"/>
                </a:solidFill>
                <a:latin typeface="Aptos Display"/>
              </a:rPr>
              <a:t>Takeaway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234440"/>
            <a:ext cx="868680" cy="25400"/>
          </a:xfrm>
          <a:prstGeom prst="rect">
            <a:avLst/>
          </a:prstGeom>
          <a:solidFill>
            <a:srgbClr val="E496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Assemble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63440" y="182880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Keep evidence legible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828800"/>
            <a:ext cx="2926080" cy="292608"/>
          </a:xfrm>
          <a:prstGeom prst="roundRect">
            <a:avLst/>
          </a:prstGeom>
          <a:solidFill>
            <a:srgbClr val="14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200">
                <a:solidFill>
                  <a:srgbClr val="F5F7FA"/>
                </a:solidFill>
                <a:latin typeface="Aptos"/>
              </a:rPr>
              <a:t>Answer from structure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788920"/>
            <a:ext cx="10424160" cy="914400"/>
          </a:xfrm>
          <a:prstGeom prst="roundRect">
            <a:avLst/>
          </a:prstGeom>
          <a:solidFill>
            <a:srgbClr val="1A1F2B"/>
          </a:solidFill>
          <a:ln w="12700">
            <a:solidFill>
              <a:srgbClr val="2D36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>
                <a:solidFill>
                  <a:srgbClr val="F5F7FA"/>
                </a:solidFill>
                <a:latin typeface="Aptos"/>
              </a:rPr>
              <a:t>The central idea is simple: assemble support, keep the evidence legible, and answer from that visible structure.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