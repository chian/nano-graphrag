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GASL: From Claim to Compiled Evidence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4AEBC"/>
                </a:solidFill>
                <a:latin typeface="Aptos"/>
              </a:rPr>
              <a:t>Why trust depends on the visible structure of support.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Scientific inference advances when observations are compiled into evidence that can support or revise a hypothesis. GASL is designed to move AI answers toward that same discipline.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Scientific progress depends on compiled evidence</a:t>
            </a:r>
          </a:p>
        </p:txBody>
      </p:sp>
      <p:pic>
        <p:nvPicPr>
          <p:cNvPr id="3" name="Picture 2" descr="wegen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6675120" cy="29203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1938528"/>
            <a:ext cx="3401568" cy="148132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A strong idea matters. What changes a field is evidence organized into a form that other people can inspect, test, and extend.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Tharp made the structure legible</a:t>
            </a:r>
          </a:p>
        </p:txBody>
      </p:sp>
      <p:pic>
        <p:nvPicPr>
          <p:cNvPr id="3" name="Picture 2" descr="thar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943600" cy="26003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755648"/>
            <a:ext cx="3657600" cy="13716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Compilation does not amplify the claim. It converts scattered observations into a structure that others can inspect.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The same question yields different answers as support is assembled differently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4AEBC"/>
                </a:solidFill>
                <a:latin typeface="Aptos"/>
              </a:rPr>
              <a:t>Each system answers from the support it can gather, retain, and organize.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472184"/>
            <a:ext cx="2542032" cy="11022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Classic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l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472184"/>
            <a:ext cx="2542032" cy="11022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4787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LLM-only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g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472184"/>
            <a:ext cx="2542032" cy="11022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7395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asl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1472184"/>
            <a:ext cx="2542032" cy="5902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0003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GASL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Classical systems are precise when the problem conforms to the schema</a:t>
            </a:r>
          </a:p>
        </p:txBody>
      </p:sp>
      <p:pic>
        <p:nvPicPr>
          <p:cNvPr id="3" name="Picture 2" descr="class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6766560" cy="29339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755648"/>
            <a:ext cx="3913632" cy="157276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They excel when slots are known in advance. They are less effective when the question outruns the available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LLM-only systems can answer before support is assembled</a:t>
            </a:r>
          </a:p>
        </p:txBody>
      </p:sp>
      <p:pic>
        <p:nvPicPr>
          <p:cNvPr id="3" name="Picture 2" descr="ll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6217920" cy="26960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737360"/>
            <a:ext cx="3840480" cy="16002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Flexible input is valuable. A coherent answer can still be produced before the supporting evidence has been assembled or inspected.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RAG narrows context, but the retrieved slice can still miss key support</a:t>
            </a:r>
          </a:p>
        </p:txBody>
      </p:sp>
      <p:pic>
        <p:nvPicPr>
          <p:cNvPr id="3" name="Picture 2" descr="ra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6675120" cy="289429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810512"/>
            <a:ext cx="3858768" cy="144475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A narrower context is useful, but retrieval still limits what enters the model's field of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GASL keeps the support visible while it is organized</a:t>
            </a:r>
          </a:p>
        </p:txBody>
      </p:sp>
      <p:pic>
        <p:nvPicPr>
          <p:cNvPr id="3" name="Picture 2" descr="gas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49440" cy="16136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60920" y="1755648"/>
            <a:ext cx="3611880" cy="15544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Sorting, grouping, and answer views make the supporting evidence inspectable before a final answer is produced.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Representative question</a:t>
            </a:r>
          </a:p>
        </p:txBody>
      </p:sp>
      <p:pic>
        <p:nvPicPr>
          <p:cNvPr id="3" name="Picture 2" descr="question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035040" cy="33947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1783080"/>
            <a:ext cx="4389120" cy="868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5F7FA"/>
                </a:solidFill>
                <a:latin typeface="Aptos"/>
              </a:rPr>
              <a:t>What are the key factors that drive urban heat islands?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2816352"/>
            <a:ext cx="4389120" cy="14630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This example makes the loop visible on one concrete task. The point is the visible build-up of support before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Begin with explicit symbols and a tentative evidence program</a:t>
            </a:r>
          </a:p>
        </p:txBody>
      </p:sp>
      <p:pic>
        <p:nvPicPr>
          <p:cNvPr id="3" name="Picture 2" descr="pla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6492240" cy="31446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792224"/>
            <a:ext cx="3657600" cy="148132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GASL first declares the symbols it will carry forward and a tentative sequence for assembling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86200"/>
            <a:ext cx="10515600" cy="150876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300">
                <a:solidFill>
                  <a:srgbClr val="E49654"/>
                </a:solidFill>
                <a:latin typeface="Aptos"/>
              </a:rPr>
              <a:t>Representative commands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DECLARE controls AS LIST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FIND nodes with entity_type=ENGINEERING_CONTROL AS controls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GRAPHWALK from controls follow VALIDATED_BY depth 1 AS support_rows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Different command families handle different information tasks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2743200" cy="150876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Working memory / scope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DECLARE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Create typed symbols for task-specific working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143000"/>
            <a:ext cx="2743200" cy="150876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Access / retrieval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FIND, GRAPHWALK, SELECT, COUNT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Reach evidence that is not co-located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43000"/>
            <a:ext cx="2743200" cy="16276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Assembly / reshaping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PROCESS, PROJECT, JOIN, MERGE, UPDATE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Turn heterogeneous rows into answer-bearing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1143000"/>
            <a:ext cx="2148840" cy="16276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Compilation / comparison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AGGREGATE, COLLAPSE, COMPARE, RANK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Build patterns and support summaries</a:t>
            </a:r>
          </a:p>
        </p:txBody>
      </p:sp>
      <p:pic>
        <p:nvPicPr>
          <p:cNvPr id="7" name="Picture 6" descr="gas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10241280" cy="23780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05840" y="5623560"/>
            <a:ext cx="10058400" cy="6858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The commands are not arbitrary. They correspond to different modes of gathering, assembling, and compiling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Before execution, each step is compiled against local symbol scope</a:t>
            </a:r>
          </a:p>
        </p:txBody>
      </p:sp>
      <p:pic>
        <p:nvPicPr>
          <p:cNvPr id="3" name="Picture 2" descr="pla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023360" cy="19488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92040" y="1188720"/>
            <a:ext cx="6537960" cy="21488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Step-compiler checks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Availability: materialized_nonempty, materialized_empty, current_output, unavailable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Shape: rows, dict, counter, unknown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Outcome: accept, rewrite, patch_two, upstream_repair_needed, reject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3703320"/>
            <a:ext cx="6080760" cy="114300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300">
                <a:solidFill>
                  <a:srgbClr val="E49654"/>
                </a:solidFill>
                <a:latin typeface="Aptos"/>
              </a:rPr>
              <a:t>Typical local defect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the proposed rewrite still reads its own output symbol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current_output is write-only at this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4983480"/>
            <a:ext cx="6126480" cy="6858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This keeps one illegal local step from silently poisoning the rest of the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Command failures trigger repair and retry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47548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Validate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6440" y="1051560"/>
            <a:ext cx="47548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Repair</a:t>
            </a:r>
          </a:p>
        </p:txBody>
      </p:sp>
      <p:pic>
        <p:nvPicPr>
          <p:cNvPr id="5" name="Picture 4" descr="validat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754880" cy="2303145"/>
          </a:xfrm>
          <a:prstGeom prst="rect">
            <a:avLst/>
          </a:prstGeom>
        </p:spPr>
      </p:pic>
      <p:pic>
        <p:nvPicPr>
          <p:cNvPr id="6" name="Picture 5" descr="repai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417320"/>
            <a:ext cx="4754880" cy="23031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074920"/>
            <a:ext cx="10378440" cy="105156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300">
                <a:solidFill>
                  <a:srgbClr val="E49654"/>
                </a:solidFill>
                <a:latin typeface="Aptos"/>
              </a:rPr>
              <a:t>Repair path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Statuses: success, error, empty, partial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replacement_command -&gt; parse -&gt; execute .repair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5F7FA"/>
                </a:solidFill>
                <a:latin typeface="Cascadia Code"/>
              </a:rPr>
              <a:t>append provenance: original_command, replacement_command,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If the plan stalls, a plan-iteration agent patches the command 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749039" cy="219456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Plan-iteration patch modes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replace_command -&gt; replacement_command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insert_after_command -&gt; insert_command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delete_command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mode: patch or pass</a:t>
            </a:r>
          </a:p>
        </p:txBody>
      </p:sp>
      <p:pic>
        <p:nvPicPr>
          <p:cNvPr id="4" name="Picture 3" descr="repai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80160"/>
            <a:ext cx="6400800" cy="31003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" y="5349240"/>
            <a:ext cx="10332720" cy="7315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This is how GASL changes strategy without pretending the first plan was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Runtime state and answer-layer compilation turn row variables into answer views</a:t>
            </a:r>
          </a:p>
        </p:txBody>
      </p:sp>
      <p:pic>
        <p:nvPicPr>
          <p:cNvPr id="3" name="Picture 2" descr="answerview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6583680" cy="31889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417320"/>
            <a:ext cx="3794760" cy="26974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Answer-layer stages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Runtime view = state_variables + context_variables + produced_artifacts + history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evidence_table from row variables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grouped_summary + provenance from sufficient evidence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ranking / distribution / frontier / comparison views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selector chooses the view whose framing best matches the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709160"/>
            <a:ext cx="10972800" cy="82296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Raw results become views only after runtime state has accumulated variables, history, artifacts, and provenance.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Final synthesis answers from organized support, not instead of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Runtime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8872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Views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18872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Best view selected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0"/>
            <a:ext cx="146304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Final synthesis</a:t>
            </a:r>
          </a:p>
        </p:txBody>
      </p:sp>
      <p:pic>
        <p:nvPicPr>
          <p:cNvPr id="7" name="Picture 6" descr="gas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972800" cy="25479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4754880"/>
            <a:ext cx="10607040" cy="11887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Selection and finalization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Selector scores sufficient views by intent, support, and compactness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Optional LLM adjudicator breaks ties between meaningfully different views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5F7FA"/>
                </a:solidFill>
                <a:latin typeface="Aptos"/>
              </a:rPr>
              <a:t>Finalizer renders ranking / comparison / frontier / grouped summary / distribution / provenance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868680" cy="25400"/>
          </a:xfrm>
          <a:prstGeom prst="rect">
            <a:avLst/>
          </a:prstGeom>
          <a:solidFill>
            <a:srgbClr val="E4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Assemble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Keep evidence legible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Answer from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1042416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The central idea is simple: assemble support, keep the evidence legible, and answer from that visible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